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Fellows" userId="b7a396d76e0d8e89" providerId="LiveId" clId="{886603F3-B449-40C9-8464-10AC24AEF3B8}"/>
    <pc:docChg chg="custSel addSld modSld">
      <pc:chgData name="Ben Fellows" userId="b7a396d76e0d8e89" providerId="LiveId" clId="{886603F3-B449-40C9-8464-10AC24AEF3B8}" dt="2026-09-22T03:10:11.848" v="451" actId="20577"/>
      <pc:docMkLst>
        <pc:docMk/>
      </pc:docMkLst>
      <pc:sldChg chg="modSp mod">
        <pc:chgData name="Ben Fellows" userId="b7a396d76e0d8e89" providerId="LiveId" clId="{886603F3-B449-40C9-8464-10AC24AEF3B8}" dt="2026-09-22T02:55:56.653" v="367" actId="20577"/>
        <pc:sldMkLst>
          <pc:docMk/>
          <pc:sldMk cId="228781204" sldId="258"/>
        </pc:sldMkLst>
        <pc:spChg chg="mod">
          <ac:chgData name="Ben Fellows" userId="b7a396d76e0d8e89" providerId="LiveId" clId="{886603F3-B449-40C9-8464-10AC24AEF3B8}" dt="2026-09-22T02:55:56.653" v="367" actId="20577"/>
          <ac:spMkLst>
            <pc:docMk/>
            <pc:sldMk cId="228781204" sldId="258"/>
            <ac:spMk id="3" creationId="{0368B74B-023E-F206-0D54-B0A5963627A9}"/>
          </ac:spMkLst>
        </pc:spChg>
      </pc:sldChg>
      <pc:sldChg chg="modSp mod">
        <pc:chgData name="Ben Fellows" userId="b7a396d76e0d8e89" providerId="LiveId" clId="{886603F3-B449-40C9-8464-10AC24AEF3B8}" dt="2026-09-22T02:51:28.848" v="66" actId="20577"/>
        <pc:sldMkLst>
          <pc:docMk/>
          <pc:sldMk cId="3551747277" sldId="259"/>
        </pc:sldMkLst>
        <pc:spChg chg="mod">
          <ac:chgData name="Ben Fellows" userId="b7a396d76e0d8e89" providerId="LiveId" clId="{886603F3-B449-40C9-8464-10AC24AEF3B8}" dt="2026-09-22T02:51:28.848" v="66" actId="20577"/>
          <ac:spMkLst>
            <pc:docMk/>
            <pc:sldMk cId="3551747277" sldId="259"/>
            <ac:spMk id="3" creationId="{142AAACC-3B6C-5231-481F-8259B515859A}"/>
          </ac:spMkLst>
        </pc:spChg>
      </pc:sldChg>
      <pc:sldChg chg="modSp new mod">
        <pc:chgData name="Ben Fellows" userId="b7a396d76e0d8e89" providerId="LiveId" clId="{886603F3-B449-40C9-8464-10AC24AEF3B8}" dt="2026-09-22T03:10:11.848" v="451" actId="20577"/>
        <pc:sldMkLst>
          <pc:docMk/>
          <pc:sldMk cId="393050519" sldId="260"/>
        </pc:sldMkLst>
        <pc:spChg chg="mod">
          <ac:chgData name="Ben Fellows" userId="b7a396d76e0d8e89" providerId="LiveId" clId="{886603F3-B449-40C9-8464-10AC24AEF3B8}" dt="2026-09-22T02:51:44.894" v="72" actId="20577"/>
          <ac:spMkLst>
            <pc:docMk/>
            <pc:sldMk cId="393050519" sldId="260"/>
            <ac:spMk id="2" creationId="{16F5F35C-58F8-327E-9EC0-64ADC4185079}"/>
          </ac:spMkLst>
        </pc:spChg>
        <pc:spChg chg="mod">
          <ac:chgData name="Ben Fellows" userId="b7a396d76e0d8e89" providerId="LiveId" clId="{886603F3-B449-40C9-8464-10AC24AEF3B8}" dt="2026-09-22T03:10:11.848" v="451" actId="20577"/>
          <ac:spMkLst>
            <pc:docMk/>
            <pc:sldMk cId="393050519" sldId="260"/>
            <ac:spMk id="3" creationId="{713841CB-50AE-EB9D-5E47-06818655217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F14E9-26AB-808C-3575-EFF3FB7C84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A83CF6-8786-4F59-78E6-5C63F9D68B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1846E-337D-EC10-971A-1268048F2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F607-202F-4BEE-B815-AAB3C1F1935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43DC5-BEEB-BB08-36F1-38864A3B3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E73CC-A61F-13AD-EE5B-4BE35CCC1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AECE-698C-4223-90E3-332F9F7D6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837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42A57-7174-8388-E20F-B6D0400BA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84367-C2B8-3DC0-D936-01F25A419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540EC-976F-6BAB-B058-575BECCC1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F607-202F-4BEE-B815-AAB3C1F1935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1717A-A9C2-8484-9B4C-962766D9C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74998-D1F7-1CF4-5FC6-A3D341110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AECE-698C-4223-90E3-332F9F7D6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66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C16C0-626A-21E7-9DE1-062E28D55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9CDE2-514B-1217-2504-E77E9126E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B9C1-C5FB-6DDA-DDFB-E918CB792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F607-202F-4BEE-B815-AAB3C1F1935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EE920-E5F3-3082-B494-2B001AADD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F7F2D-FF2D-6111-D4F8-04635E6F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AECE-698C-4223-90E3-332F9F7D6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123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4651A-A119-FBBE-7485-450099A41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50569-B8B8-DFD4-6190-5AEF5CBCD3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51EF70-2110-3ED8-3F57-F783E37451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99AA62-AE69-BDFD-61C2-601521CB4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F607-202F-4BEE-B815-AAB3C1F1935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004246-22B1-FFE9-6C07-9AFC4E711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9377DD-1A3E-EAAB-62FD-ADA52C7FB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AECE-698C-4223-90E3-332F9F7D6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7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C94C2-86AE-37AB-B934-138E4FB28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33AAC-70AF-5DE5-CF6A-A11981DCB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961BFB-8E8D-3241-F50D-8B7A5933C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7C095D-52B0-C680-A0FA-59DC3D6E9C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5A897C-3109-8B44-D5C3-498E1B2651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4A3D8E-542E-3131-EF1D-38A105673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F607-202F-4BEE-B815-AAB3C1F1935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AD38DC-FE67-C2A6-F9D7-A361BB93F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241943-D270-EF18-CEE3-C6BE18B18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AECE-698C-4223-90E3-332F9F7D6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591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2566B-966B-3837-E7DB-92E4FA670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D814E7-92C4-3B77-6A50-4EDEFDA36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F607-202F-4BEE-B815-AAB3C1F1935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BE244F-41A0-81D1-B512-DA790FC89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E51E6-A810-47C0-A7F5-0D87090F2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AECE-698C-4223-90E3-332F9F7D6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856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44665E-5AC7-061B-5689-A8056B45D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F607-202F-4BEE-B815-AAB3C1F1935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F79F91-6073-DABE-C629-5BA9DFD57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65B40-EEA0-5750-2D1D-262036808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AECE-698C-4223-90E3-332F9F7D6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78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A65DE-E3DA-DF37-CAFE-88F5555C4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6878A-A7C6-8C74-D162-84A2394C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545ED2-12B4-14D2-FDF6-230931CFBB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07868-C9D9-F069-AA0C-B8564233F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F607-202F-4BEE-B815-AAB3C1F1935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2F2DEF-E25E-A1D4-D43B-9AC461EC9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F833B-841B-E6C1-FCAE-842EFFB0C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AECE-698C-4223-90E3-332F9F7D6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60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7B5BA-ACFF-7D40-2A2F-94F575550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90450E-1977-1E82-E607-20A7E17FFC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6F2182-63D8-4AD6-7818-BD17EB185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8A3B63-D7B3-2A94-F280-D5B68CC75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F607-202F-4BEE-B815-AAB3C1F1935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151A3A-EC8E-F749-9B9E-BC2100CFB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8AE8D4-6962-0BA6-77A5-0007A11E6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AECE-698C-4223-90E3-332F9F7D6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31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089AC-B9C5-C9BD-F3CB-00E470F60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B86A14-6513-2551-00E6-BE4EBBA27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D9415-1610-5537-2707-F33C7CD42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F607-202F-4BEE-B815-AAB3C1F1935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5646E-9540-C160-F178-C3D85F33B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D653B-2A68-0334-7148-991E566EF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AECE-698C-4223-90E3-332F9F7D6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222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2FCB23-789B-7D33-B595-B5F71D32BF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6BABF-0A1E-CB4E-C64F-98C03211AC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2F78C-B1DE-B130-6D53-D2FD799E7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F607-202F-4BEE-B815-AAB3C1F1935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DCA60-720D-29BD-DF1D-093A5422D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958DC-6875-7AF6-A9EF-536F78706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AECE-698C-4223-90E3-332F9F7D6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895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761558-18A6-56C0-F462-270440A55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72E87-7757-60A9-3C6D-2090A61BC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A22EE-FE9D-ADF5-D21F-BF3BEAA028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3AF607-202F-4BEE-B815-AAB3C1F1935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81020-BD73-559F-FDCD-9E1642E704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5DF49-A6C8-CBEB-52DF-4D4BE30F77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CCAECE-698C-4223-90E3-332F9F7D6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97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80DC7-729E-5A72-47AD-1883CDF1E6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Python, </a:t>
            </a:r>
            <a:r>
              <a:rPr lang="en-US" dirty="0" err="1"/>
              <a:t>PyBricks</a:t>
            </a:r>
            <a:r>
              <a:rPr lang="en-US" dirty="0"/>
              <a:t>, Lego Robotics, Oh-My!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173E4-985C-F7D9-1408-92D46422E4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791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097B1-D296-FA05-AA56-545CA7801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we using Python this year?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FE4A4-777B-8938-84BC-BFD13801F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Easier to read (once we learn how)</a:t>
            </a:r>
          </a:p>
          <a:p>
            <a:r>
              <a:rPr lang="en-US" dirty="0"/>
              <a:t>Ability to program actions to happen at the same time</a:t>
            </a:r>
          </a:p>
          <a:p>
            <a:pPr lvl="1"/>
            <a:r>
              <a:rPr lang="en-US" dirty="0"/>
              <a:t>This will be especially important when we use sensors</a:t>
            </a:r>
          </a:p>
          <a:p>
            <a:pPr lvl="1"/>
            <a:r>
              <a:rPr lang="en-US" dirty="0"/>
              <a:t>Example:  drive and read sensors at the same time</a:t>
            </a:r>
          </a:p>
          <a:p>
            <a:r>
              <a:rPr lang="en-US" dirty="0" err="1"/>
              <a:t>PyBricks</a:t>
            </a:r>
            <a:r>
              <a:rPr lang="en-US" dirty="0"/>
              <a:t> is advertised to have better driving implementation</a:t>
            </a:r>
          </a:p>
          <a:p>
            <a:r>
              <a:rPr lang="en-US" dirty="0"/>
              <a:t>It is useful outside of Lego Robotics!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431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89214-6ADA-04EE-5010-A8BBCE707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PyBricks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8B74B-023E-F206-0D54-B0A596362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PyBricks</a:t>
            </a:r>
            <a:r>
              <a:rPr lang="en-US" dirty="0"/>
              <a:t> is a code library and interpreter that is loaded onto the Lego controller</a:t>
            </a:r>
          </a:p>
          <a:p>
            <a:r>
              <a:rPr lang="en-US" dirty="0"/>
              <a:t>The original Lego interpreter can be loaded back if desired</a:t>
            </a:r>
          </a:p>
          <a:p>
            <a:r>
              <a:rPr lang="en-US" dirty="0" err="1"/>
              <a:t>PyBricks</a:t>
            </a:r>
            <a:r>
              <a:rPr lang="en-US" dirty="0"/>
              <a:t> supports a sub-set of Python code (</a:t>
            </a:r>
            <a:r>
              <a:rPr lang="en-US" dirty="0" err="1"/>
              <a:t>uPython</a:t>
            </a:r>
            <a:r>
              <a:rPr lang="en-US" dirty="0"/>
              <a:t>, ‘micro-python’)</a:t>
            </a:r>
          </a:p>
          <a:p>
            <a:r>
              <a:rPr lang="en-US" dirty="0" err="1"/>
              <a:t>PyBricks</a:t>
            </a:r>
            <a:r>
              <a:rPr lang="en-US" dirty="0"/>
              <a:t> provides a library of functions to interact with the Lego controller – very similar to the blocks we used last year</a:t>
            </a:r>
          </a:p>
          <a:p>
            <a:r>
              <a:rPr lang="en-US" dirty="0" err="1"/>
              <a:t>PyBricks</a:t>
            </a:r>
            <a:r>
              <a:rPr lang="en-US" dirty="0"/>
              <a:t> provides a web-based code editor, library reference and downloader</a:t>
            </a:r>
          </a:p>
        </p:txBody>
      </p:sp>
    </p:spTree>
    <p:extLst>
      <p:ext uri="{BB962C8B-B14F-4D97-AF65-F5344CB8AC3E}">
        <p14:creationId xmlns:p14="http://schemas.microsoft.com/office/powerpoint/2010/main" val="228781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05208-BB74-BB36-59E5-453AFB17B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AAACC-3B6C-5231-481F-8259B5158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Coach Harold sent out a link to a few learning Python videos on </a:t>
            </a:r>
            <a:r>
              <a:rPr lang="en-US" dirty="0" err="1"/>
              <a:t>Youtube</a:t>
            </a:r>
            <a:endParaRPr lang="en-US" dirty="0"/>
          </a:p>
          <a:p>
            <a:pPr lvl="1"/>
            <a:r>
              <a:rPr lang="en-US" dirty="0"/>
              <a:t>There are a lot of resources on Python.  Feel free to use any that you like.</a:t>
            </a:r>
          </a:p>
          <a:p>
            <a:r>
              <a:rPr lang="en-US" dirty="0"/>
              <a:t>Each team member should be able to read basic python code</a:t>
            </a:r>
          </a:p>
          <a:p>
            <a:r>
              <a:rPr lang="en-US" dirty="0"/>
              <a:t>Basics include:</a:t>
            </a:r>
          </a:p>
          <a:p>
            <a:pPr lvl="1"/>
            <a:r>
              <a:rPr lang="en-US" dirty="0"/>
              <a:t>Import statements</a:t>
            </a:r>
          </a:p>
          <a:p>
            <a:pPr lvl="1"/>
            <a:r>
              <a:rPr lang="en-US" dirty="0"/>
              <a:t>Variables</a:t>
            </a:r>
          </a:p>
          <a:p>
            <a:pPr lvl="1"/>
            <a:r>
              <a:rPr lang="en-US" dirty="0"/>
              <a:t>Functions</a:t>
            </a:r>
          </a:p>
          <a:p>
            <a:pPr lvl="1"/>
            <a:r>
              <a:rPr lang="en-US" dirty="0"/>
              <a:t>Math operators</a:t>
            </a:r>
          </a:p>
          <a:p>
            <a:pPr lvl="1"/>
            <a:r>
              <a:rPr lang="en-US" dirty="0"/>
              <a:t>Comments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747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5F35C-58F8-327E-9EC0-64ADC4185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841CB-50AE-EB9D-5E47-068186552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 Program the robot to drive straight for 100 mm, turn clockwise 180 degrees and drive straight for 100 mm</a:t>
            </a:r>
          </a:p>
          <a:p>
            <a:r>
              <a:rPr lang="en-US" dirty="0"/>
              <a:t>Stretch goal: Use the gyro sensor instead of the motor encoders</a:t>
            </a:r>
          </a:p>
          <a:p>
            <a:r>
              <a:rPr lang="en-US" dirty="0"/>
              <a:t>Super Stretch goal: Interact with a sensor and print out a value to the console</a:t>
            </a:r>
          </a:p>
          <a:p>
            <a:endParaRPr lang="en-US" dirty="0"/>
          </a:p>
          <a:p>
            <a:r>
              <a:rPr lang="en-US" dirty="0"/>
              <a:t>https://code.pybricks.com</a:t>
            </a:r>
          </a:p>
        </p:txBody>
      </p:sp>
    </p:spTree>
    <p:extLst>
      <p:ext uri="{BB962C8B-B14F-4D97-AF65-F5344CB8AC3E}">
        <p14:creationId xmlns:p14="http://schemas.microsoft.com/office/powerpoint/2010/main" val="393050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255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 Theme</vt:lpstr>
      <vt:lpstr>Python, PyBricks, Lego Robotics, Oh-My!</vt:lpstr>
      <vt:lpstr>Why are we using Python this year?</vt:lpstr>
      <vt:lpstr>PyBricks</vt:lpstr>
      <vt:lpstr>Python</vt:lpstr>
      <vt:lpstr>Today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Fellows</dc:creator>
  <cp:lastModifiedBy>Ben Fellows</cp:lastModifiedBy>
  <cp:revision>1</cp:revision>
  <dcterms:created xsi:type="dcterms:W3CDTF">2026-09-22T02:38:31Z</dcterms:created>
  <dcterms:modified xsi:type="dcterms:W3CDTF">2026-09-22T03:10:16Z</dcterms:modified>
</cp:coreProperties>
</file>